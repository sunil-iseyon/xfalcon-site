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0790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32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4864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AutoExplore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 Discovery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xFalcon component that explores your data warehouse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 — generating hypotheses, testing them,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delivering fact-checked insights no human thought to look for.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743200"/>
            <a:ext cx="1645920" cy="1645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best insights are the ones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thought to look for.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answer the questions they're asked. But the most valuable discoveries are the ones no one thought to look for — patterns that cross boundaries, anomalies hiding in plain sight, relationships that would make a domain expert say "I had no idea."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AutoExplore is different. It explores your data autonomously — forming its own hypotheses, running queries, following threads, and fact-checking everything before delivery.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457200"/>
            <a:ext cx="2560320" cy="2560320"/>
          </a:xfrm>
          <a:prstGeom prst="ellipse">
            <a:avLst/>
          </a:prstGeom>
          <a:solidFill>
            <a:srgbClr val="0891B2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822960"/>
            <a:ext cx="1828800" cy="1828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3749040"/>
            <a:ext cx="24688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3152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per session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3749040"/>
            <a:ext cx="24688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47472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47472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 findings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3749040"/>
            <a:ext cx="24688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1792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21792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cycles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steps from raw data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verified insight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AutoExplore runs a structured lifecycle — from first contact with the data through fact-checked delivery.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11430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606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20040" y="2880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93192" y="3246120"/>
            <a:ext cx="996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tables,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annotations, memories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472184" y="265176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572768" y="1828800"/>
            <a:ext cx="11430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2808" y="20116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72768" y="2606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572768" y="2880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645920" y="3246120"/>
            <a:ext cx="996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Hypothesize → Query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Evaluate → Follow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724912" y="265176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2825496" y="1828800"/>
            <a:ext cx="11430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5536" y="201168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825496" y="2606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2825496" y="2880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898648" y="3246120"/>
            <a:ext cx="996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DOCX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document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977640" y="265176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4078224" y="1828800"/>
            <a:ext cx="11430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8264" y="201168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078224" y="2606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4078224" y="2880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151376" y="3246120"/>
            <a:ext cx="996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registry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Verify each claim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230368" y="265176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5330952" y="1828800"/>
            <a:ext cx="11430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0992" y="2011680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30952" y="2606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5330952" y="2880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404104" y="3246120"/>
            <a:ext cx="996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must-fix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should-fix errata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6483096" y="265176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800" dirty="0"/>
          </a:p>
        </p:txBody>
      </p:sp>
      <p:sp>
        <p:nvSpPr>
          <p:cNvPr id="35" name="Shape 28"/>
          <p:cNvSpPr/>
          <p:nvPr/>
        </p:nvSpPr>
        <p:spPr>
          <a:xfrm>
            <a:off x="6583680" y="1828800"/>
            <a:ext cx="11430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2011680"/>
            <a:ext cx="502920" cy="5029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583680" y="2606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6583680" y="2880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6656832" y="3246120"/>
            <a:ext cx="996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zero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remain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7735824" y="2651760"/>
            <a:ext cx="9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800" dirty="0"/>
          </a:p>
        </p:txBody>
      </p:sp>
      <p:sp>
        <p:nvSpPr>
          <p:cNvPr id="41" name="Shape 33"/>
          <p:cNvSpPr/>
          <p:nvPr/>
        </p:nvSpPr>
        <p:spPr>
          <a:xfrm>
            <a:off x="7836408" y="1828800"/>
            <a:ext cx="11430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6448" y="2011680"/>
            <a:ext cx="502920" cy="5029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7836408" y="26060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44" name="Text 35"/>
          <p:cNvSpPr/>
          <p:nvPr/>
        </p:nvSpPr>
        <p:spPr>
          <a:xfrm>
            <a:off x="7836408" y="2880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7909560" y="3246120"/>
            <a:ext cx="996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+ Briefing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Final Report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"Map the territory before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charting a course"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forming any hypotheses, AutoExplore discovers the data landscape. It learns what tables exist, reads data quality warnings, and checks what's already been found — so it never wastes time rediscovering known patterns.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365760"/>
            <a:ext cx="2560320" cy="2560320"/>
          </a:xfrm>
          <a:prstGeom prst="ellipse">
            <a:avLst/>
          </a:prstGeom>
          <a:solidFill>
            <a:srgbClr val="0891B2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731520"/>
            <a:ext cx="1828800" cy="1828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301752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9067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Discovery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463040" y="32918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tools to map all tables, columns, relationships, and descriptions.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374904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2219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767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Check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463040" y="40233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annotations for data quality warnings, exclusions, and metric definitions.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31520" y="448056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553712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498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Scan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463040" y="47548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memories to learn what's already known — avoiding duplicate discoveries.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"Let anomalies pull you in"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AutoExplore generates its own hypotheses, tests them with SQL, evaluates results, and follows surprising threads deeper. Each iteration is a cycle of question → query → judgment.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66560" y="-182880"/>
            <a:ext cx="2377440" cy="2377440"/>
          </a:xfrm>
          <a:prstGeom prst="ellipse">
            <a:avLst/>
          </a:prstGeom>
          <a:solidFill>
            <a:srgbClr val="0891B2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91440"/>
            <a:ext cx="1645920" cy="1645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2651760"/>
            <a:ext cx="1828800" cy="914400"/>
          </a:xfrm>
          <a:prstGeom prst="ellipse">
            <a:avLst/>
          </a:prstGeom>
          <a:solidFill>
            <a:srgbClr val="0891B2">
              <a:alpha val="90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Hypothesize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514600" y="2834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834640" y="2651760"/>
            <a:ext cx="1828800" cy="914400"/>
          </a:xfrm>
          <a:prstGeom prst="ellipse">
            <a:avLst/>
          </a:prstGeom>
          <a:solidFill>
            <a:srgbClr val="4F46E5">
              <a:alpha val="90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83464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617720" y="2834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937760" y="2651760"/>
            <a:ext cx="1828800" cy="914400"/>
          </a:xfrm>
          <a:prstGeom prst="ellipse">
            <a:avLst/>
          </a:prstGeom>
          <a:solidFill>
            <a:srgbClr val="F59E0B">
              <a:alpha val="90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3776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720840" y="2834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040880" y="2651760"/>
            <a:ext cx="1828800" cy="914400"/>
          </a:xfrm>
          <a:prstGeom prst="ellipse">
            <a:avLst/>
          </a:prstGeom>
          <a:solidFill>
            <a:srgbClr val="10B981">
              <a:alpha val="90000"/>
            </a:srgb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04088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31520" y="384048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6868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Broad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4187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shape of data before diving deep.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566160" y="384048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70332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Before Declaring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703320" y="4187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confirming queries from different angles = a finding.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0800" y="384048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53796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Move 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537960" y="4187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end after 2-3 tries? Zoom out and try a new dimension.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"Would this be worth interrupting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decision-maker's morning?"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AutoExplore has a high bar for what counts as a finding. It separates signal from noise using judgment, not just statistics.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74904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3749040" cy="457200"/>
          </a:xfrm>
          <a:prstGeom prst="rect">
            <a:avLst/>
          </a:prstGeom>
          <a:solidFill>
            <a:srgbClr val="94A3B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029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SURPRISING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in the same category are closely related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seasonal or cyclical patterns hold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794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items dominate because they're high-volume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2011680"/>
            <a:ext cx="374904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2011680"/>
            <a:ext cx="3749040" cy="45720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2029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unexplained by obvious factors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in one segment but not another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stable patterns that recently changed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predicts B, but B doesn't predict A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"Autonomous doesn't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uncontrolled"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0" y="274320"/>
            <a:ext cx="2286000" cy="2286000"/>
          </a:xfrm>
          <a:prstGeom prst="ellipse">
            <a:avLst/>
          </a:prstGeom>
          <a:solidFill>
            <a:srgbClr val="EF4444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8640"/>
            <a:ext cx="1737360" cy="1737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201168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1945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0848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Estimation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371600" y="23774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estimate_rows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every query. Large datasets must add aggregation or filters.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937760" y="201168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1945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77840" y="20848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Truncation Detection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577840" y="23774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query’s results are truncated due to LLM Context limits we automatically redesign with aggregation and filters.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31520" y="301752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2004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0906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Minimum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371600" y="338328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based on fewer than 20 observations are noise, not findings.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937760" y="301752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20040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577840" y="30906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577840" y="338328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 rates are meaningless without independent base rates.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731520" y="402336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420624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71600" y="40965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Query Budget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1371600" y="438912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set a maximum number of queries per session. This avoids potentially running up the bill on data access.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4937760" y="402336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920" y="4206240"/>
            <a:ext cx="411480" cy="4114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577840" y="40965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Before Save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5577840" y="438912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existing memories before saving — no duplicate findings.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63040" y="292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6858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hypothesis, every result,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decision — on the record"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Journal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NOTES (MD)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68680" y="2423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2423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hypothesized and why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" y="28072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2807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that was run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8680" y="31912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51560" y="31912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with actual numbers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8680" y="35753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1560" y="35753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Assessment: surprising or not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68680" y="39593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51560" y="39593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saved or moved 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566160" y="16459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78308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0624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Briefing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420624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 (MD)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3703320" y="2423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3886200" y="2423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iterations run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703320" y="28072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3886200" y="2807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findings saved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703320" y="31912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3886200" y="31912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findings ranked by impact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3703320" y="35753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3886200" y="35753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Unexplored threads for next session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400800" y="16459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783080"/>
            <a:ext cx="411480" cy="41148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04088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704088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 (DOCX)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6537960" y="2423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6720840" y="2423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(1 page)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6537960" y="28072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6720840" y="28072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data sources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6537960" y="31912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6720840" y="31912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with SQL citations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6537960" y="357530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6720840" y="35753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 and sample sizes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6537960" y="39593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6720840" y="39593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log appendix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STRUCTURE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number has a source.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comparison has a baseline."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828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1828800" cy="59436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findings ranked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surprise and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importance. One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maximum.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2011680"/>
            <a:ext cx="1828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34640" y="2011680"/>
            <a:ext cx="1828800" cy="594360"/>
          </a:xfrm>
          <a:prstGeom prst="rect">
            <a:avLst/>
          </a:prstGeom>
          <a:solidFill>
            <a:srgbClr val="4F46E5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34640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71800" y="2697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71800" y="34290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explored,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count, iteration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exploration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2011680"/>
            <a:ext cx="1828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2011680"/>
            <a:ext cx="1828800" cy="59436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74920" y="2697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34290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insight with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data, SQL,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sizes, and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2011680"/>
            <a:ext cx="1828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040880" y="2011680"/>
            <a:ext cx="1828800" cy="594360"/>
          </a:xfrm>
          <a:prstGeom prst="rect">
            <a:avLst/>
          </a:prstGeom>
          <a:solidFill>
            <a:srgbClr val="7C3AED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0880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78040" y="2697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78040" y="342900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Condensed journal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hypotheses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and their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4846320"/>
            <a:ext cx="7680960" cy="228600"/>
          </a:xfrm>
          <a:prstGeom prst="rect">
            <a:avLst/>
          </a:prstGeom>
          <a:solidFill>
            <a:srgbClr val="0B1D3A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48463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standard: Every number has a source query citation. Every comparison states the baseline. Every finding notes sample size.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reader who finds one wrong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 will doubt every number"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fact-check phase runs after the report draft is generated. It's not optional, not counted against the iteration budget, and the report is not delivered until the loop exits clean.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365760"/>
            <a:ext cx="2560320" cy="2560320"/>
          </a:xfrm>
          <a:prstGeom prst="ellipse">
            <a:avLst/>
          </a:prstGeom>
          <a:solidFill>
            <a:srgbClr val="10B981">
              <a:alpha val="9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731520"/>
            <a:ext cx="1828800" cy="1828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285292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852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88720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Claims Registry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0" y="28346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every factual claim from the report — numbers, percentages, comparisons, rankings.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68680" y="3172968"/>
            <a:ext cx="36576" cy="118872"/>
          </a:xfrm>
          <a:prstGeom prst="rect">
            <a:avLst/>
          </a:prstGeom>
          <a:solidFill>
            <a:srgbClr val="10B98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31520" y="331012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3310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88720" y="3291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Each Claim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00400" y="32918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Re-derive numbers, check arithmetic, verify rank ordering, flag cross-population errors.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68680" y="3630168"/>
            <a:ext cx="36576" cy="118872"/>
          </a:xfrm>
          <a:prstGeom prst="rect">
            <a:avLst/>
          </a:prstGeom>
          <a:solidFill>
            <a:srgbClr val="10B98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31520" y="376732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31520" y="3767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8872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Structural Completeness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200400" y="37490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table completeness, cross-reference numbers across findings, check sample sizes.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68680" y="4087368"/>
            <a:ext cx="36576" cy="118872"/>
          </a:xfrm>
          <a:prstGeom prst="rect">
            <a:avLst/>
          </a:prstGeom>
          <a:solidFill>
            <a:srgbClr val="10B98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31520" y="422452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31520" y="4224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88720" y="4206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Errata List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200400" y="42062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issues as must-fix, should-fix, or acceptable. Apply corrections to the report.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68680" y="4544568"/>
            <a:ext cx="36576" cy="118872"/>
          </a:xfrm>
          <a:prstGeom prst="rect">
            <a:avLst/>
          </a:prstGeom>
          <a:solidFill>
            <a:srgbClr val="10B98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731520" y="468172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31520" y="4681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188720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Loop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200400" y="46634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zero must-fix / should-fix items remain.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fact-checker catches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categories of error that erode trust — each with a specific verification protocol.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444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Claims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7647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Re-derive every number from the source query. Don't trust memory of what a query returned.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37160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37760" y="1371600"/>
            <a:ext cx="64008" cy="100584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66360" y="1444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/ Multiplier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66360" y="17647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the arithmetic explicitly. "2.5x" must show the division: $18,378 ÷ $7,286 = 2.52x.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56032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56032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2633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Claims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9535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from underlying counts. Common error: A/B instead of (A-B)/B for "X% more."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56032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37760" y="2560320"/>
            <a:ext cx="64008" cy="10058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66360" y="2633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/ Superlative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66360" y="29535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1.8x+ for "nearly double." 1.5–1.8x is "over 50% more." 2.0x+ is "double."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" y="3749040"/>
            <a:ext cx="64008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0120" y="3822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Cross-Population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1422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where a number from one query/population describes a different population.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7490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37760" y="3749040"/>
            <a:ext cx="64008" cy="100584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66360" y="3822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Language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66360" y="41422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 drives Y" requires a control or natural experiment — otherwise use "correlates with."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errata, real corrections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fact-check cycle produces a structured errata list. Here's what it looks like.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132320" cy="2514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Stated "67% more" but actual is 49.4%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to "nearly 50% more"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Overstatement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"Nearly double" but ratio is 1.66x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to "over 60% more"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24-org avg for 15-org subset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Re-query the 15-org subset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 4 of 12 rows without note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footnote: "tiers omitted (n&lt;5)"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Causal Language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"Introduce Equipment" implies causation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"Based on observed patterns..."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"2.5x" when actual is 2.52x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 rounding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0B1D3A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condition: loop exits when a cycle produces zero must-fix and zero should-fix items. 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is the product.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exploration phase optimizes for speed and coverage — which inevitably introduces errors. The fact-check phase optimizes for precision. Both phases are necessary.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solidFill>
            <a:srgbClr val="132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260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fact-checked report with 6 findings is more valuable than an unchecked report with 8.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solidFill>
            <a:srgbClr val="132B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2336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3931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reader who finds one wrong number will doubt every number. A reader who finds one overstatement will discount every insight.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3657600" cy="3657600"/>
          </a:xfrm>
          <a:prstGeom prst="ellipse">
            <a:avLst/>
          </a:prstGeom>
          <a:solidFill>
            <a:srgbClr val="132B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AutoExplore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discovery. Rigorous verification. Trusted insights.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7432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566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43200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51760" y="3566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2743200"/>
            <a:ext cx="731520" cy="731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06240" y="3566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2743200"/>
            <a:ext cx="731520" cy="7315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60720" y="3566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0" y="2743200"/>
            <a:ext cx="731520" cy="7315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315200" y="3566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73152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xFalcon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91501FD4DDC148AD1E3FAF4074DBCB" ma:contentTypeVersion="10" ma:contentTypeDescription="Create a new document." ma:contentTypeScope="" ma:versionID="23307c1766f35e1813edc1f238b31f69">
  <xsd:schema xmlns:xsd="http://www.w3.org/2001/XMLSchema" xmlns:xs="http://www.w3.org/2001/XMLSchema" xmlns:p="http://schemas.microsoft.com/office/2006/metadata/properties" xmlns:ns2="1d2cd3fc-951f-4e4c-8f77-1331cffdf41d" xmlns:ns3="34e7643f-2a9f-4a64-a4ba-836cf78c5c76" targetNamespace="http://schemas.microsoft.com/office/2006/metadata/properties" ma:root="true" ma:fieldsID="36ef4bd80d09d7a3142c5bd9cda6c92f" ns2:_="" ns3:_="">
    <xsd:import namespace="1d2cd3fc-951f-4e4c-8f77-1331cffdf41d"/>
    <xsd:import namespace="34e7643f-2a9f-4a64-a4ba-836cf78c5c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cd3fc-951f-4e4c-8f77-1331cffdf4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908c4cd-8667-446b-b651-bab9ad4462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e7643f-2a9f-4a64-a4ba-836cf78c5c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57cb98-881d-40df-bd60-f2fdacd5fef4}" ma:internalName="TaxCatchAll" ma:showField="CatchAllData" ma:web="34e7643f-2a9f-4a64-a4ba-836cf78c5c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e7643f-2a9f-4a64-a4ba-836cf78c5c76" xsi:nil="true"/>
    <lcf76f155ced4ddcb4097134ff3c332f xmlns="1d2cd3fc-951f-4e4c-8f77-1331cffdf4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3E9E938-247A-40F4-8047-6F834BBEC096}"/>
</file>

<file path=customXml/itemProps2.xml><?xml version="1.0" encoding="utf-8"?>
<ds:datastoreItem xmlns:ds="http://schemas.openxmlformats.org/officeDocument/2006/customXml" ds:itemID="{45258C58-BFD0-440E-B73A-03AC93233303}"/>
</file>

<file path=customXml/itemProps3.xml><?xml version="1.0" encoding="utf-8"?>
<ds:datastoreItem xmlns:ds="http://schemas.openxmlformats.org/officeDocument/2006/customXml" ds:itemID="{B5003535-61EE-479F-91B4-BE36D3351F91}"/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1344</Words>
  <Application>Microsoft Macintosh PowerPoint</Application>
  <PresentationFormat>On-screen Show (16:9)</PresentationFormat>
  <Paragraphs>277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xFalcon AutoExplore — Autonomous Data Discovery</dc:title>
  <dc:subject>PptxGenJS Presentation</dc:subject>
  <dc:creator>xFalcon</dc:creator>
  <cp:lastModifiedBy>Thomas Niccum</cp:lastModifiedBy>
  <cp:revision>2</cp:revision>
  <dcterms:created xsi:type="dcterms:W3CDTF">2026-03-15T17:18:26Z</dcterms:created>
  <dcterms:modified xsi:type="dcterms:W3CDTF">2026-03-15T17:26:41Z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0x0101008B91501FD4DDC148AD1E3FAF4074DBCB</vt:lpwstr>
  </property>
</Properties>
</file>